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265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20"/>
    <p:restoredTop sz="94668"/>
  </p:normalViewPr>
  <p:slideViewPr>
    <p:cSldViewPr snapToGrid="0" snapToObjects="1">
      <p:cViewPr varScale="1">
        <p:scale>
          <a:sx n="92" d="100"/>
          <a:sy n="92" d="100"/>
        </p:scale>
        <p:origin x="10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1F8299-2727-D847-B16C-8D4B5B9B8C6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5727E-D290-4540-A226-DC812F21AFF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65727E-D290-4540-A226-DC812F21AFF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65727E-D290-4540-A226-DC812F21AFF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589212" y="0"/>
            <a:ext cx="8915399" cy="2262781"/>
          </a:xfrm>
        </p:spPr>
        <p:txBody>
          <a:bodyPr/>
          <a:lstStyle/>
          <a:p>
            <a:r>
              <a:rPr kumimoji="1" lang="en-US" altLang="zh-CN" sz="4800" dirty="0">
                <a:latin typeface="+mj-ea"/>
              </a:rPr>
              <a:t> </a:t>
            </a:r>
            <a:r>
              <a:rPr kumimoji="1" lang="zh-CN" altLang="en-US" sz="4800" dirty="0">
                <a:latin typeface="+mj-ea"/>
              </a:rPr>
              <a:t>基于</a:t>
            </a:r>
            <a:r>
              <a:rPr kumimoji="1" lang="en-US" altLang="zh-CN" sz="4800" dirty="0">
                <a:latin typeface="+mj-ea"/>
              </a:rPr>
              <a:t>golang</a:t>
            </a:r>
            <a:r>
              <a:rPr kumimoji="1" lang="zh-CN" altLang="en-US" sz="4800" dirty="0">
                <a:latin typeface="+mj-ea"/>
              </a:rPr>
              <a:t>的</a:t>
            </a:r>
            <a:r>
              <a:rPr kumimoji="1" lang="en-US" altLang="zh-CN" sz="4800" dirty="0">
                <a:latin typeface="+mj-ea"/>
              </a:rPr>
              <a:t>docker</a:t>
            </a:r>
            <a:r>
              <a:rPr kumimoji="1" lang="zh-CN" altLang="en-US" sz="4800" dirty="0">
                <a:latin typeface="+mj-ea"/>
              </a:rPr>
              <a:t>管理系统</a:t>
            </a:r>
            <a:endParaRPr kumimoji="1" lang="zh-CN" altLang="en-US" sz="4800" dirty="0">
              <a:latin typeface="+mj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89530" y="4119245"/>
            <a:ext cx="8915400" cy="1784350"/>
          </a:xfrm>
        </p:spPr>
        <p:txBody>
          <a:bodyPr>
            <a:normAutofit/>
          </a:bodyPr>
          <a:lstStyle/>
          <a:p>
            <a:r>
              <a:rPr kumimoji="1" lang="zh-CN" altLang="en-US" dirty="0" smtClean="0"/>
              <a:t>                                                     </a:t>
            </a:r>
            <a:endParaRPr kumimoji="1" lang="en-US" altLang="zh-CN" dirty="0" smtClean="0"/>
          </a:p>
          <a:p>
            <a:r>
              <a:rPr kumimoji="1" lang="en-US" altLang="zh-CN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kumimoji="1" lang="en-US" altLang="zh-CN" sz="28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					</a:t>
            </a:r>
            <a:r>
              <a:rPr kumimoji="1" lang="zh-CN" altLang="en-US" sz="28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kumimoji="1" lang="en-US" altLang="zh-CN" sz="28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				  </a:t>
            </a:r>
            <a:r>
              <a:rPr kumimoji="1" lang="zh-CN" altLang="en-US" sz="28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开发者：孙林桐</a:t>
            </a:r>
            <a:endParaRPr kumimoji="1" lang="zh-CN" altLang="en-US" sz="2800" dirty="0" smtClean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kumimoji="1" lang="en-US" altLang="zh-CN" sz="28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											</a:t>
            </a:r>
            <a:r>
              <a:rPr kumimoji="1" lang="zh-CN" altLang="en-US" sz="2800" dirty="0" smtClean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指导教师：李晓华</a:t>
            </a:r>
            <a:endParaRPr kumimoji="1" lang="zh-CN" altLang="en-US" sz="2800" dirty="0" smtClean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8523" y="638384"/>
            <a:ext cx="8911687" cy="754985"/>
          </a:xfrm>
        </p:spPr>
        <p:txBody>
          <a:bodyPr/>
          <a:lstStyle/>
          <a:p>
            <a:r>
              <a:rPr kumimoji="1" lang="zh-CN" altLang="en-US" dirty="0">
                <a:latin typeface="+mj-ea"/>
              </a:rPr>
              <a:t>系统简介</a:t>
            </a:r>
            <a:endParaRPr kumimoji="1" lang="zh-CN" altLang="en-US" dirty="0">
              <a:latin typeface="+mj-ea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675755" y="1539875"/>
            <a:ext cx="4898390" cy="37776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052320" y="3277235"/>
            <a:ext cx="406717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	</a:t>
            </a:r>
            <a:r>
              <a:rPr lang="zh-CN" altLang="en-US"/>
              <a:t>本系统是一个面向中小型企业的</a:t>
            </a:r>
            <a:r>
              <a:rPr lang="en-US" altLang="zh-CN"/>
              <a:t>web</a:t>
            </a:r>
            <a:r>
              <a:rPr lang="zh-CN" altLang="en-US"/>
              <a:t>应用，通过它来可以管理服务器上的</a:t>
            </a:r>
            <a:r>
              <a:rPr lang="en-US" altLang="zh-CN"/>
              <a:t>docker</a:t>
            </a:r>
            <a:r>
              <a:rPr lang="zh-CN" altLang="en-US"/>
              <a:t>资源。</a:t>
            </a:r>
            <a:endParaRPr lang="zh-CN" altLang="en-US"/>
          </a:p>
          <a:p>
            <a:r>
              <a:rPr lang="en-US" altLang="zh-CN"/>
              <a:t>	</a:t>
            </a:r>
            <a:r>
              <a:rPr lang="zh-CN" altLang="en-US"/>
              <a:t>核心功能为</a:t>
            </a:r>
            <a:r>
              <a:rPr lang="en-US" altLang="zh-CN"/>
              <a:t>docker</a:t>
            </a:r>
            <a:r>
              <a:rPr lang="zh-CN" altLang="en-US"/>
              <a:t>资源的各种操作，辅助功能主要有登录注册、平台日志。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95397" y="637964"/>
            <a:ext cx="8911687" cy="964847"/>
          </a:xfrm>
        </p:spPr>
        <p:txBody>
          <a:bodyPr/>
          <a:lstStyle/>
          <a:p>
            <a:r>
              <a:rPr kumimoji="1" lang="zh-CN" altLang="en-US" dirty="0"/>
              <a:t>背景</a:t>
            </a: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493125" y="1602740"/>
            <a:ext cx="3187065" cy="443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1.</a:t>
            </a:r>
            <a:r>
              <a:rPr kumimoji="1" lang="zh-CN" altLang="en-US" sz="2400" dirty="0" smtClean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什么是</a:t>
            </a:r>
            <a:r>
              <a:rPr kumimoji="1" lang="en-US" altLang="zh-CN" sz="2400" dirty="0" smtClean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docker</a:t>
            </a:r>
            <a:r>
              <a:rPr kumimoji="1" lang="zh-CN" altLang="en-US" sz="2400" dirty="0" smtClean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？</a:t>
            </a:r>
            <a:endParaRPr kumimoji="1" lang="zh-CN" altLang="en-US" sz="2400" dirty="0" smtClean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r>
              <a:rPr kumimoji="1" lang="zh-CN" altLang="en-US" sz="2400" dirty="0" smtClean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虚拟化应用容器</a:t>
            </a:r>
            <a:endParaRPr kumimoji="1" lang="zh-CN" altLang="en-US" sz="2400" dirty="0" smtClean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r>
              <a:rPr kumimoji="1" lang="zh-CN" altLang="en-US" sz="2400" dirty="0" smtClean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（与虚拟机对比）</a:t>
            </a:r>
            <a:endParaRPr kumimoji="1" lang="zh-CN" altLang="en-US" sz="2400" dirty="0" smtClean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endParaRPr kumimoji="1" lang="zh-CN" altLang="en-US" sz="2400" dirty="0" smtClean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pPr indent="0">
              <a:buNone/>
            </a:pPr>
            <a:r>
              <a:rPr kumimoji="1" lang="en-US" altLang="zh-CN" sz="2400" dirty="0" smtClean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2. </a:t>
            </a:r>
            <a:r>
              <a:rPr kumimoji="1" lang="zh-CN" altLang="en-US" sz="2400" dirty="0" smtClean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本项目涉及：</a:t>
            </a:r>
            <a:endParaRPr kumimoji="1" lang="zh-CN" altLang="en-US" sz="2400" dirty="0" smtClean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pPr indent="0">
              <a:buNone/>
            </a:pPr>
            <a:r>
              <a:rPr kumimoji="1" lang="zh-CN" altLang="en-US" sz="2400" dirty="0" smtClean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镜像、容器、日志</a:t>
            </a:r>
            <a:endParaRPr kumimoji="1" lang="zh-CN" altLang="en-US" sz="2400" dirty="0" smtClean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endParaRPr kumimoji="1" lang="en-US" altLang="zh-CN" sz="2400" dirty="0" smtClean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r>
              <a:rPr kumimoji="1" lang="en-US" altLang="zh-CN" sz="2400" dirty="0" smtClean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2.</a:t>
            </a:r>
            <a:r>
              <a:rPr kumimoji="1" lang="zh-CN" altLang="en-US" sz="2400" dirty="0" smtClean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为什么要做</a:t>
            </a:r>
            <a:r>
              <a:rPr kumimoji="1" lang="en-US" altLang="zh-CN" sz="2400" dirty="0" smtClean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docker</a:t>
            </a:r>
            <a:r>
              <a:rPr kumimoji="1" lang="zh-CN" altLang="en-US" sz="2400" dirty="0" smtClean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管理系统？</a:t>
            </a:r>
            <a:endParaRPr kumimoji="1" lang="en-US" altLang="zh-CN" sz="2400" dirty="0" smtClean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新宋体" panose="02010609030101010101" charset="-122"/>
                <a:ea typeface="新宋体" panose="02010609030101010101" charset="-122"/>
                <a:cs typeface="黑体" panose="02010609060101010101" charset="-122"/>
                <a:sym typeface="+mn-ea"/>
              </a:rPr>
              <a:t>方便</a:t>
            </a:r>
            <a:endParaRPr kumimoji="1" lang="zh-CN" altLang="en-US" sz="2400" dirty="0">
              <a:latin typeface="新宋体" panose="02010609030101010101" charset="-122"/>
              <a:ea typeface="新宋体" panose="02010609030101010101" charset="-122"/>
              <a:cs typeface="黑体" panose="02010609060101010101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新宋体" panose="02010609030101010101" charset="-122"/>
                <a:ea typeface="新宋体" panose="02010609030101010101" charset="-122"/>
                <a:cs typeface="黑体" panose="02010609060101010101" charset="-122"/>
                <a:sym typeface="+mn-ea"/>
              </a:rPr>
              <a:t>企业管理</a:t>
            </a:r>
            <a:endParaRPr kumimoji="1" lang="en-US" altLang="zh-CN" dirty="0" smtClean="0"/>
          </a:p>
          <a:p>
            <a:endParaRPr kumimoji="1"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20" y="1602740"/>
            <a:ext cx="7253605" cy="4094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23105" y="648963"/>
            <a:ext cx="8911687" cy="1280890"/>
          </a:xfrm>
        </p:spPr>
        <p:txBody>
          <a:bodyPr/>
          <a:lstStyle/>
          <a:p>
            <a:r>
              <a:rPr kumimoji="1" lang="zh-CN" altLang="en-US" dirty="0"/>
              <a:t>功能简介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797050" y="1929765"/>
            <a:ext cx="748792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 	1. </a:t>
            </a:r>
            <a:r>
              <a:rPr lang="zh-CN" altLang="en-US" sz="2400" b="1"/>
              <a:t>核心功能：</a:t>
            </a:r>
            <a:endParaRPr lang="zh-CN" altLang="en-US" sz="2400" b="1"/>
          </a:p>
          <a:p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/>
              <a:t>docker</a:t>
            </a:r>
            <a:r>
              <a:rPr lang="zh-CN" altLang="en-US" sz="2400"/>
              <a:t>镜像操作：创建容器、删除、拉取、标签</a:t>
            </a: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/>
              <a:t>docker</a:t>
            </a:r>
            <a:r>
              <a:rPr lang="zh-CN" altLang="en-US" sz="2400"/>
              <a:t>容器操作：启动、停止、终止、删除提交</a:t>
            </a: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/>
              <a:t>docker</a:t>
            </a:r>
            <a:r>
              <a:rPr lang="zh-CN" altLang="en-US" sz="2400"/>
              <a:t>日志操作：根据设置输出容器日志</a:t>
            </a: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lvl="1" indent="0">
              <a:buFont typeface="Arial" panose="020B0604020202020204" pitchFamily="34" charset="0"/>
              <a:buNone/>
            </a:pPr>
            <a:endParaRPr lang="zh-CN" altLang="en-US" sz="24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23105" y="648963"/>
            <a:ext cx="8911687" cy="1280890"/>
          </a:xfrm>
        </p:spPr>
        <p:txBody>
          <a:bodyPr/>
          <a:lstStyle/>
          <a:p>
            <a:r>
              <a:rPr kumimoji="1" lang="zh-CN" altLang="en-US" dirty="0"/>
              <a:t>功能简介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096770" y="1851025"/>
            <a:ext cx="748792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 	</a:t>
            </a:r>
            <a:r>
              <a:rPr lang="en-US" altLang="zh-CN" sz="2400" b="1"/>
              <a:t>2. </a:t>
            </a:r>
            <a:r>
              <a:rPr lang="zh-CN" altLang="en-US" sz="2400" b="1"/>
              <a:t>辅助功能</a:t>
            </a:r>
            <a:r>
              <a:rPr lang="zh-CN" altLang="en-US" sz="2400" b="1"/>
              <a:t>：</a:t>
            </a:r>
            <a:endParaRPr lang="zh-CN" altLang="en-US" sz="2400" b="1"/>
          </a:p>
          <a:p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/>
              <a:t>登录注册</a:t>
            </a: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/>
              <a:t>访问控制</a:t>
            </a: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/>
              <a:t>用户资源隔离</a:t>
            </a: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/>
              <a:t>系统内外资源同步</a:t>
            </a: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/>
              <a:t>平台日志系统</a:t>
            </a:r>
            <a:endParaRPr lang="zh-CN" altLang="en-US" sz="2400"/>
          </a:p>
          <a:p>
            <a:pPr lvl="1" indent="0">
              <a:buFont typeface="Arial" panose="020B0604020202020204" pitchFamily="34" charset="0"/>
              <a:buNone/>
            </a:pPr>
            <a:endParaRPr lang="zh-CN" altLang="en-US" sz="2400"/>
          </a:p>
          <a:p>
            <a:pPr lvl="1" indent="0">
              <a:buFont typeface="Arial" panose="020B0604020202020204" pitchFamily="34" charset="0"/>
              <a:buNone/>
            </a:pPr>
            <a:endParaRPr lang="zh-CN" altLang="en-US" sz="24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589106" y="653534"/>
            <a:ext cx="7984386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3600" dirty="0">
                <a:latin typeface="+mj-ea"/>
                <a:ea typeface="+mj-ea"/>
              </a:rPr>
              <a:t>视屏演示 </a:t>
            </a:r>
            <a:endParaRPr lang="zh-CN" altLang="en-US" sz="3600" dirty="0"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88895" y="2000250"/>
            <a:ext cx="568452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zh-CN" altLang="en-US" sz="2400">
                <a:sym typeface="+mn-ea"/>
              </a:rPr>
              <a:t>登录注册</a:t>
            </a:r>
            <a:endParaRPr lang="zh-CN" altLang="en-US" sz="2400">
              <a:sym typeface="+mn-ea"/>
            </a:endParaRPr>
          </a:p>
          <a:p>
            <a:pPr marL="342900" indent="-342900">
              <a:buAutoNum type="arabicPeriod"/>
            </a:pPr>
            <a:r>
              <a:rPr lang="zh-CN" altLang="en-US" sz="2400">
                <a:sym typeface="+mn-ea"/>
              </a:rPr>
              <a:t>访问控制</a:t>
            </a:r>
            <a:endParaRPr lang="zh-CN" altLang="en-US" sz="2400">
              <a:sym typeface="+mn-ea"/>
            </a:endParaRPr>
          </a:p>
          <a:p>
            <a:pPr marL="342900" indent="-342900">
              <a:buAutoNum type="arabicPeriod"/>
            </a:pPr>
            <a:r>
              <a:rPr lang="zh-CN" altLang="en-US" sz="2400">
                <a:sym typeface="+mn-ea"/>
              </a:rPr>
              <a:t>镜像、容器、日志操作</a:t>
            </a:r>
            <a:endParaRPr lang="zh-CN" altLang="en-US" sz="2400">
              <a:sym typeface="+mn-ea"/>
            </a:endParaRPr>
          </a:p>
          <a:p>
            <a:pPr marL="342900" indent="-342900">
              <a:buAutoNum type="arabicPeriod"/>
            </a:pPr>
            <a:r>
              <a:rPr lang="zh-CN" altLang="en-US" sz="2400">
                <a:sym typeface="+mn-ea"/>
              </a:rPr>
              <a:t>资源隔离</a:t>
            </a:r>
            <a:endParaRPr lang="zh-CN" altLang="en-US" sz="2400">
              <a:sym typeface="+mn-ea"/>
            </a:endParaRPr>
          </a:p>
          <a:p>
            <a:pPr marL="342900" indent="-342900">
              <a:buAutoNum type="arabicPeriod"/>
            </a:pPr>
            <a:r>
              <a:rPr lang="zh-CN" altLang="en-US" sz="2400">
                <a:sym typeface="+mn-ea"/>
              </a:rPr>
              <a:t>资源同步</a:t>
            </a:r>
            <a:endParaRPr lang="zh-CN" altLang="en-US" sz="2400">
              <a:sym typeface="+mn-ea"/>
            </a:endParaRPr>
          </a:p>
          <a:p>
            <a:pPr marL="342900" indent="-342900">
              <a:buAutoNum type="arabicPeriod"/>
            </a:pPr>
            <a:r>
              <a:rPr lang="zh-CN" altLang="en-US" sz="2400">
                <a:sym typeface="+mn-ea"/>
              </a:rPr>
              <a:t>系统日志</a:t>
            </a:r>
            <a:endParaRPr lang="zh-CN" altLang="en-US">
              <a:sym typeface="+mn-ea"/>
            </a:endParaRPr>
          </a:p>
          <a:p>
            <a:pPr marL="342900" indent="-342900">
              <a:buAutoNum type="arabicPeriod"/>
            </a:pPr>
            <a:endParaRPr lang="zh-CN" altLang="en-US">
              <a:sym typeface="+mn-ea"/>
            </a:endParaRPr>
          </a:p>
          <a:p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99709" y="2521527"/>
            <a:ext cx="269748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600" dirty="0" smtClean="0">
                <a:latin typeface="+mj-ea"/>
                <a:ea typeface="+mj-ea"/>
              </a:rPr>
              <a:t>谢谢！</a:t>
            </a:r>
            <a:endParaRPr kumimoji="1" lang="zh-CN" altLang="en-US" sz="6600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丝状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丝状</Template>
  <TotalTime>0</TotalTime>
  <Words>432</Words>
  <Application>WPS 演示</Application>
  <PresentationFormat>宽屏</PresentationFormat>
  <Paragraphs>62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Wingdings 3</vt:lpstr>
      <vt:lpstr>Arial</vt:lpstr>
      <vt:lpstr>黑体</vt:lpstr>
      <vt:lpstr>幼圆</vt:lpstr>
      <vt:lpstr>Century Gothic</vt:lpstr>
      <vt:lpstr>Segoe Print</vt:lpstr>
      <vt:lpstr>微软雅黑</vt:lpstr>
      <vt:lpstr>Arial Unicode MS</vt:lpstr>
      <vt:lpstr>DengXian</vt:lpstr>
      <vt:lpstr>新宋体</vt:lpstr>
      <vt:lpstr>隶书</vt:lpstr>
      <vt:lpstr>丝状</vt:lpstr>
      <vt:lpstr> 小议k8s之源码分析方法</vt:lpstr>
      <vt:lpstr>K8s架构概览</vt:lpstr>
      <vt:lpstr>准备工作</vt:lpstr>
      <vt:lpstr>源码整理</vt:lpstr>
      <vt:lpstr>功能简介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 小议k8s之源码分析方法</dc:title>
  <dc:creator>Microsoft Office 用户</dc:creator>
  <cp:lastModifiedBy>孙林桐</cp:lastModifiedBy>
  <cp:revision>20</cp:revision>
  <dcterms:created xsi:type="dcterms:W3CDTF">2017-10-16T05:00:00Z</dcterms:created>
  <dcterms:modified xsi:type="dcterms:W3CDTF">2018-05-20T09:03:18Z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2052-10.1.0.7346</vt:lpwstr>
  </property>
</Properties>
</file>